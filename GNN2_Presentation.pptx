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91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GNN2: Dataset Generation &amp; Initial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IEEE 34-Bus Power Flow Surrogate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GNN2 Notebook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sz="2400" dirty="0"/>
          </a:p>
          <a:p>
            <a:r>
              <a:rPr sz="2400" dirty="0" err="1"/>
              <a:t>Colab</a:t>
            </a:r>
            <a:r>
              <a:rPr sz="2400" dirty="0"/>
              <a:t> setup: clone repo, install torch, torch-geometric, </a:t>
            </a:r>
            <a:r>
              <a:rPr sz="2400" dirty="0" err="1"/>
              <a:t>opendssdirect</a:t>
            </a:r>
            <a:endParaRPr sz="2400" dirty="0"/>
          </a:p>
          <a:p>
            <a:r>
              <a:rPr sz="2400" dirty="0"/>
              <a:t>Dataset generation: 5 datasets from </a:t>
            </a:r>
            <a:r>
              <a:rPr sz="2400" dirty="0" err="1"/>
              <a:t>OpenDSS</a:t>
            </a:r>
            <a:r>
              <a:rPr sz="2400" dirty="0"/>
              <a:t> power-flow solves</a:t>
            </a:r>
          </a:p>
          <a:p>
            <a:r>
              <a:rPr sz="2400" dirty="0"/>
              <a:t>Graph sanity checks: bidirectionality, edges, node features</a:t>
            </a:r>
          </a:p>
          <a:p>
            <a:r>
              <a:rPr sz="2400" dirty="0"/>
              <a:t>Initial GNN training: Original, Injection, Load-type datasets</a:t>
            </a:r>
          </a:p>
          <a:p>
            <a:r>
              <a:rPr sz="2400" dirty="0"/>
              <a:t>Unified config exploration: light, medium, heavy, deep per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Generation Pipeline (Step by Step)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1. Read OpenDSS model, set daily mode (5-min, 288 pts/day)</a:t>
            </a:r>
          </a:p>
          <a:p>
            <a:r>
              <a:t>2. Find load/irradiance profile CSVs from DSS</a:t>
            </a:r>
          </a:p>
          <a:p>
            <a:r>
              <a:t>3. Build bus-phase node list (95 nodes)</a:t>
            </a:r>
          </a:p>
          <a:p>
            <a:r>
              <a:t>4. Extract static phase edges (R, X, C) → 184 edges</a:t>
            </a:r>
          </a:p>
          <a:p>
            <a:r>
              <a:t>5. Sample scenarios: P_load, Q_load, P_PV from BASELINE × RANGES</a:t>
            </a:r>
          </a:p>
          <a:p>
            <a:r>
              <a:t>6. Select timestamps: 3 profiles (load, PV, net) with anchors + equal-pop bins</a:t>
            </a:r>
          </a:p>
          <a:p>
            <a:r>
              <a:t>7. Apply snapshot: device setpoints + noise, solve OpenDSS</a:t>
            </a:r>
          </a:p>
          <a:p>
            <a:r>
              <a:t>8. Store node features and voltage targets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Five Datasets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gnn_samples_out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p_load, q_load, p_pv (3)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vmag_pu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gnn_samples_inj_full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p_inj, q_inj 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vmag_pu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Load-type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gnn_samples_loadtype_full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 (M1/M2/M4/M5, dist, balance)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vmag_pu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Delta-V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gnn_samples_deltav_full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 (+ vmag_zero)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vmag_delta_pu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Delta-V 5×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gnn_samples_deltav_5x_full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 (same)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vmag_delta_pu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Files (per dataset)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gnn_edges_phase_static.csv — edges with R_full, X_full, C_full</a:t>
            </a:r>
          </a:p>
          <a:p>
            <a:r>
              <a:t>gnn_node_index_master.csv — node names and indices</a:t>
            </a:r>
          </a:p>
          <a:p>
            <a:r>
              <a:t>gnn_sample_meta.csv — sample_id, scenario_id, P_load, Q_load, P_pv, m_load, m_pv</a:t>
            </a:r>
          </a:p>
          <a:p>
            <a:r>
              <a:t>gnn_node_features_and_targets.csv — features + vmag_pu (or vmag_delta_pu)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Selection: 3 Profiles + Anchors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Three profiles: load (mL), PV (mPV), net (P_load×mL − P_pv×mPV)</a:t>
            </a:r>
          </a:p>
          <a:p>
            <a:r>
              <a:t>Split K snapshots across profiles (~1/3 each)</a:t>
            </a:r>
          </a:p>
          <a:p>
            <a:r>
              <a:t>Anchors: min and max time index per profile (extreme operating points)</a:t>
            </a:r>
          </a:p>
          <a:p>
            <a:r>
              <a:t>Equal-population bins: rank-based, same count per bin</a:t>
            </a:r>
          </a:p>
          <a:p>
            <a:r>
              <a:t>Ensures coverage of load-high, PV-high, net-stress regions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 Sanity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Bidirectionality: every edge (a→b) has reverse (b→a)</a:t>
            </a:r>
          </a:p>
          <a:p>
            <a:r>
              <a:t>Transformer/regulator edges: 832↔888, 814↔814r, 852↔852r</a:t>
            </a:r>
          </a:p>
          <a:p>
            <a:r>
              <a:t>One-sample node features: verify feature columns</a:t>
            </a:r>
          </a:p>
          <a:p>
            <a:r>
              <a:t>Nominal power balance: sum_load − sum_pv ≈ p_sys_balance</a:t>
            </a:r>
          </a:p>
          <a:p>
            <a:r>
              <a:t>Delta-V summary: vmag_zero_pv_pu, vmag_delta_pu (dataset 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GNN Architecture (PFIdentityGNN)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Message-passing GNN on phase-level graph</a:t>
            </a:r>
          </a:p>
          <a:p>
            <a:r>
              <a:t>Node embeddings: learnable per-node (identity)</a:t>
            </a:r>
          </a:p>
          <a:p>
            <a:r>
              <a:t>Edge features: R_full, X_full from OpenDSS</a:t>
            </a:r>
          </a:p>
          <a:p>
            <a:r>
              <a:t>Message: MLP(h_j + edge_attr + edge_emb)</a:t>
            </a:r>
          </a:p>
          <a:p>
            <a:r>
              <a:t>Readout: MLP → per-node voltage (vmag_pu or vmag_delta_pu)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Nominal vs Realized Power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Runs OpenDSS for 10 samples; compares nominal (set) vs realized (power-flow) values</a:t>
            </a:r>
          </a:p>
          <a:p>
            <a:r>
              <a:t>Loads: per-load and per-node; PV: nominal vs realized; Capacitors; Grid (TotalPower)</a:t>
            </a:r>
          </a:p>
          <a:p>
            <a:r>
              <a:t>Sum check: verifies realized P/Q sums ≈ 0 (power balance)</a:t>
            </a:r>
          </a:p>
          <a:p>
            <a:r>
              <a:t>Fix: %Cutin=0 on PV systems (default 2% cut-in caused zero output at low irradiance)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Initial Training (per dataset)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Checkpoint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 (p_load, q_load, p_pv)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pf_identity_gnn_best.pt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Injection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 (p_inj, q_inj)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pf_identity_gnn_inj_best.pt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Load-type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 (load types, dist, balance)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pf_identity_gnn_loadtype_best.pt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VMAG-only Training &amp; Embedding Inspection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VMAG-only training: outputs vmag_pu only (angle removed); smaller, faster model</a:t>
            </a:r>
          </a:p>
          <a:p>
            <a:r>
              <a:t>Embedding inspection: print node/edge identity embeddings (z_i, r_e) for PFIdentityGNN</a:t>
            </a:r>
          </a:p>
          <a:p>
            <a:r>
              <a:t>Verifies learned per-node and per-edge representations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Unified Config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4 configs: light, medium, heavy, deep (varying h_dim, num_layers)</a:t>
            </a:r>
          </a:p>
          <a:p>
            <a:r>
              <a:t>Run each on all 3 datasets (Original, Injection, Load-type)</a:t>
            </a:r>
          </a:p>
          <a:p>
            <a:r>
              <a:t>12 runs total — find best dataset × architecture combination</a:t>
            </a:r>
          </a:p>
          <a:p>
            <a:r>
              <a:t>Load-type typically wins; feeds into GNN3 exploration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GNN2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5 datasets generated from OpenDSS with 24h profiles</a:t>
            </a:r>
          </a:p>
          <a:p>
            <a:r>
              <a:t>Nominal vs realized comparison; %Cutin=0 fix for PV</a:t>
            </a:r>
          </a:p>
          <a:p>
            <a:r>
              <a:t>Graph sanity checks ensure valid phase-level topology</a:t>
            </a:r>
          </a:p>
          <a:p>
            <a:r>
              <a:t>PFIdentityGNN trained on Original, Injection, Load-type</a:t>
            </a:r>
          </a:p>
          <a:p>
            <a:r>
              <a:t>Unified config exploration (light, medium, heavy, deep) → feeds GNN3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937</Words>
  <Application>Microsoft Office PowerPoint</Application>
  <PresentationFormat>On-screen Show (4:3)</PresentationFormat>
  <Paragraphs>116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GNN2: Dataset Generation &amp; Initial Training</vt:lpstr>
      <vt:lpstr>GNN2 Notebook Overview</vt:lpstr>
      <vt:lpstr>Dataset Generation Pipeline (Step by Step)</vt:lpstr>
      <vt:lpstr>PowerPoint Presentation</vt:lpstr>
      <vt:lpstr>Output Files (per dataset)</vt:lpstr>
      <vt:lpstr>Time Selection: 3 Profiles + Anchors</vt:lpstr>
      <vt:lpstr>Graph Sanity Check</vt:lpstr>
      <vt:lpstr>GNN Architecture (PFIdentityGNN)</vt:lpstr>
      <vt:lpstr>Nominal vs Realized Power Comparison</vt:lpstr>
      <vt:lpstr>PowerPoint Presentation</vt:lpstr>
      <vt:lpstr>VMAG-only Training &amp; Embedding Inspection</vt:lpstr>
      <vt:lpstr>Unified Config Exploration</vt:lpstr>
      <vt:lpstr>GNN2 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 Tasavvori</cp:lastModifiedBy>
  <cp:revision>2</cp:revision>
  <dcterms:created xsi:type="dcterms:W3CDTF">2013-01-27T09:14:16Z</dcterms:created>
  <dcterms:modified xsi:type="dcterms:W3CDTF">2026-02-24T23:44:45Z</dcterms:modified>
  <cp:category/>
</cp:coreProperties>
</file>