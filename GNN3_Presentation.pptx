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91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GNN-Based Power Flow Surrogate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IEEE 34-Bus Distribution Feeder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Need fast voltage prediction for real-time grid applications</a:t>
            </a:r>
          </a:p>
          <a:p>
            <a:r>
              <a:t>OpenDSS power-flow solves are iterative and slow</a:t>
            </a:r>
          </a:p>
          <a:p>
            <a:r>
              <a:t>Goal: Replace with a GNN surrogate for instant inference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Message-passing GNN on phase-level graph (95 nodes, 184 edges)</a:t>
            </a:r>
          </a:p>
          <a:p>
            <a:r>
              <a:t>OpenDSS for ground-truth simulation and dataset generation</a:t>
            </a:r>
          </a:p>
          <a:p>
            <a:r>
              <a:t>PyTorch Geometric for GNN training</a:t>
            </a:r>
          </a:p>
          <a:p>
            <a:r>
              <a:t>5-min resolution (288 timesteps per day)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Datasets (5 Types)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p_load, q_load, p_pv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vmag_pu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~192k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p_inj, q_inj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vmag_pu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~192k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Load-type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 (M1/M2/M4/M5, dist, balance)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vmag_pu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~192k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Delta-V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 (Load-type + vmag_zero)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vmag_delta_pu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Delta-V 5×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 (same)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vmag_delta_pu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57,600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Scenario sampling: P_load, Q_load, P_PV from BASELINE × RANGES</a:t>
            </a:r>
          </a:p>
          <a:p>
            <a:r>
              <a:t>24h profiles: load shape mL[t], irradiance mPV[t] from CSV</a:t>
            </a:r>
          </a:p>
          <a:p>
            <a:r>
              <a:t>Time sampling: select_times_three_profiles (load, PV, net bins)</a:t>
            </a:r>
          </a:p>
          <a:p>
            <a:r>
              <a:t>Delta-V fix: Use mL[t], mPV[t] in training to match test-time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GNN Architecture (PFIdentityGNN)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Node embeddings: learnable per-node (identity)</a:t>
            </a:r>
          </a:p>
          <a:p>
            <a:r>
              <a:t>Edge features: R, X from OpenDSS</a:t>
            </a:r>
          </a:p>
          <a:p>
            <a:r>
              <a:t>Message passing: EdgeIdentityMP (MLP on h_j + edge_attr + edge_emb)</a:t>
            </a:r>
          </a:p>
          <a:p>
            <a:r>
              <a:t>Readout: MLP → per-node voltage prediction</a:t>
            </a:r>
          </a:p>
          <a:p>
            <a:r>
              <a:t>Hyperparameters: node_emb, edge_emb, h_dim, num_layers, phase_onehot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Architecture Exploration (7 Blocks)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Configs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Best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nominees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Original, Injection, Load-type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light_xwide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 nominees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promising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to beat Block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 from Block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light_emb_h96_phase_onehot_depth3_h112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 best Load-type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Delta-V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light_xwide_emb_phase_onehot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 best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Delta-V 5×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light_xwide_emb_phase_onehot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Final 7 Models (Best per Dataset)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 (h=32, 4L)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vmag_pu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deep (h=64, 4L)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vmag_pu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Load-type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light_emb_h96 (h=96, 2L)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vmag_pu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Load-type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light_emb_h96_phase_onehot_depth3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vmag_pu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Load-type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light_emb_h96_phase_onehot_depth3_h112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vmag_pu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Delta-V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light_xwide_emb_phase_onehot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vmag_delta_pu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Delta-V 5×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light_xwide_emb_phase_onehot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vmag_delta_pu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Best full voltage (V): Block 5 — MAE ≈ 0.006 pu</a:t>
            </a:r>
          </a:p>
          <a:p>
            <a:r>
              <a:t>Best delta-V: Block 6/7 — MAE ≈ 0.003–0.005 pu</a:t>
            </a:r>
          </a:p>
          <a:p>
            <a:r>
              <a:t>24h overlay plots: OpenDSS vs GNN at observed node</a:t>
            </a:r>
          </a:p>
          <a:p>
            <a:r>
              <a:t>PV sensitivity: 0.7×, 1.0×, 1.3× penetration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Delta-V Retrain &amp; Voltage Profile Plotting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run_gnn3_deltav_only_train: retrain blocks 6 &amp; 7 on new 24h-profile datasets</a:t>
            </a:r>
          </a:p>
          <a:p>
            <a:r>
              <a:t>plot_voltage_profile_by_operation_point: multi-node, multi-operation-point 24h plots</a:t>
            </a:r>
          </a:p>
          <a:p>
            <a:r>
              <a:t>Explores oscillation-free operation points (P_BASE, Q_BASE, PV_BASE)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Analysis: Spatial and Temporal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Spatial: Per-bus error to identify high-error locations</a:t>
            </a:r>
          </a:p>
          <a:p>
            <a:r>
              <a:t>Temporal: Per-timestep error to locate spikes</a:t>
            </a:r>
          </a:p>
          <a:p>
            <a:r>
              <a:t>Used to understand where the model fails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Exploration: 30% data; final training: 100% data</a:t>
            </a:r>
          </a:p>
          <a:p>
            <a:r>
              <a:t>Phase onehot: added in Blocks 4–7 for phase-aware prediction</a:t>
            </a:r>
          </a:p>
          <a:p>
            <a:r>
              <a:t>Batched GNN inference: 288 timesteps in one forward pass</a:t>
            </a:r>
          </a:p>
          <a:p>
            <a:r>
              <a:t>Timing: OpenDSS profile vs full GNN pipeline (zero-PV + build_x + forward)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5 datasets: Original, Injection, Load-type, Delta-V, Delta-V 5×</a:t>
            </a:r>
          </a:p>
          <a:p>
            <a:r>
              <a:t>7 exploration blocks, 100+ architecture configs</a:t>
            </a:r>
          </a:p>
          <a:p>
            <a:r>
              <a:t>7 best models, one per dataset type</a:t>
            </a:r>
          </a:p>
          <a:p>
            <a:r>
              <a:t>Delta-V train–test alignment fix (24h profile)</a:t>
            </a:r>
          </a:p>
          <a:p>
            <a:r>
              <a:t>PV sensitivity, error analysis, voltage profile plotting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759</Words>
  <Application>Microsoft Office PowerPoint</Application>
  <PresentationFormat>On-screen Show (4:3)</PresentationFormat>
  <Paragraphs>154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GNN-Based Power Flow Surrogate</vt:lpstr>
      <vt:lpstr>Problem &amp; Motivation</vt:lpstr>
      <vt:lpstr>Approach</vt:lpstr>
      <vt:lpstr>PowerPoint Presentation</vt:lpstr>
      <vt:lpstr>Dataset Generation</vt:lpstr>
      <vt:lpstr>GNN Architecture (PFIdentityGNN)</vt:lpstr>
      <vt:lpstr>PowerPoint Presentation</vt:lpstr>
      <vt:lpstr>PowerPoint Presentation</vt:lpstr>
      <vt:lpstr>Results</vt:lpstr>
      <vt:lpstr>Delta-V Retrain &amp; Voltage Profile Plotting</vt:lpstr>
      <vt:lpstr>Error Analysis: Spatial and Temporal Breakdown</vt:lpstr>
      <vt:lpstr>Key Details</vt:lpstr>
      <vt:lpstr>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 Tasavvori</cp:lastModifiedBy>
  <cp:revision>1</cp:revision>
  <dcterms:created xsi:type="dcterms:W3CDTF">2013-01-27T09:14:16Z</dcterms:created>
  <dcterms:modified xsi:type="dcterms:W3CDTF">2026-02-24T23:44:42Z</dcterms:modified>
  <cp:category/>
</cp:coreProperties>
</file>